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8" r:id="rId2"/>
  </p:sldIdLst>
  <p:sldSz cx="8999538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51"/>
    <p:restoredTop sz="94694"/>
  </p:normalViewPr>
  <p:slideViewPr>
    <p:cSldViewPr snapToGrid="0" snapToObjects="1">
      <p:cViewPr>
        <p:scale>
          <a:sx n="93" d="100"/>
          <a:sy n="93" d="100"/>
        </p:scale>
        <p:origin x="2392" y="12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4C063-A511-C840-A925-99C270A9520A}" type="datetimeFigureOut">
              <a:rPr lang="en-GB" smtClean="0"/>
              <a:t>11/05/2025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74688" y="1143000"/>
            <a:ext cx="5508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8BF09-A33E-7948-B347-36BB8480B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467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824885"/>
            <a:ext cx="6749654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2647331"/>
            <a:ext cx="6749654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D869-DFFC-A94E-9723-E97FA96370D3}" type="datetimeFigureOut">
              <a:rPr lang="en-GB" smtClean="0"/>
              <a:t>11/05/2025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92307-899E-064F-BF09-0BD8E547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5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D869-DFFC-A94E-9723-E97FA96370D3}" type="datetimeFigureOut">
              <a:rPr lang="en-GB" smtClean="0"/>
              <a:t>11/05/2025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92307-899E-064F-BF09-0BD8E547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242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256579"/>
            <a:ext cx="7762102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3373044"/>
            <a:ext cx="7762102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D869-DFFC-A94E-9723-E97FA96370D3}" type="datetimeFigureOut">
              <a:rPr lang="en-GB" smtClean="0"/>
              <a:t>11/05/2025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92307-899E-064F-BF09-0BD8E547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28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341750"/>
            <a:ext cx="3824804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341750"/>
            <a:ext cx="3824804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D869-DFFC-A94E-9723-E97FA96370D3}" type="datetimeFigureOut">
              <a:rPr lang="en-GB" smtClean="0"/>
              <a:t>11/05/2025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92307-899E-064F-BF09-0BD8E547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400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268350"/>
            <a:ext cx="7762102" cy="97422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235577"/>
            <a:ext cx="380722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841114"/>
            <a:ext cx="3807226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1235577"/>
            <a:ext cx="382597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841114"/>
            <a:ext cx="3825976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D869-DFFC-A94E-9723-E97FA96370D3}" type="datetimeFigureOut">
              <a:rPr lang="en-GB" smtClean="0"/>
              <a:t>11/05/2025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92307-899E-064F-BF09-0BD8E547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63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D869-DFFC-A94E-9723-E97FA96370D3}" type="datetimeFigureOut">
              <a:rPr lang="en-GB" smtClean="0"/>
              <a:t>11/05/2025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92307-899E-064F-BF09-0BD8E547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27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D869-DFFC-A94E-9723-E97FA96370D3}" type="datetimeFigureOut">
              <a:rPr lang="en-GB" smtClean="0"/>
              <a:t>11/05/2025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92307-899E-064F-BF09-0BD8E547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1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36021"/>
            <a:ext cx="2902585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725712"/>
            <a:ext cx="4556016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512094"/>
            <a:ext cx="2902585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D869-DFFC-A94E-9723-E97FA96370D3}" type="datetimeFigureOut">
              <a:rPr lang="en-GB" smtClean="0"/>
              <a:t>11/05/2025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92307-899E-064F-BF09-0BD8E547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823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36021"/>
            <a:ext cx="2902585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725712"/>
            <a:ext cx="4556016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512094"/>
            <a:ext cx="2902585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D869-DFFC-A94E-9723-E97FA96370D3}" type="datetimeFigureOut">
              <a:rPr lang="en-GB" smtClean="0"/>
              <a:t>11/05/2025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92307-899E-064F-BF09-0BD8E547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028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D869-DFFC-A94E-9723-E97FA96370D3}" type="datetimeFigureOut">
              <a:rPr lang="en-GB" smtClean="0"/>
              <a:t>11/05/2025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92307-899E-064F-BF09-0BD8E547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34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268350"/>
            <a:ext cx="1940525" cy="42714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268350"/>
            <a:ext cx="5709082" cy="42714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D869-DFFC-A94E-9723-E97FA96370D3}" type="datetimeFigureOut">
              <a:rPr lang="en-GB" smtClean="0"/>
              <a:t>11/05/2025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92307-899E-064F-BF09-0BD8E547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9693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268350"/>
            <a:ext cx="7762102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341750"/>
            <a:ext cx="7762102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4671624"/>
            <a:ext cx="2024896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0D869-DFFC-A94E-9723-E97FA96370D3}" type="datetimeFigureOut">
              <a:rPr lang="en-GB" smtClean="0"/>
              <a:t>11/05/2025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4671624"/>
            <a:ext cx="3037344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4671624"/>
            <a:ext cx="2024896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92307-899E-064F-BF09-0BD8E547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003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655FBCA5-DAF3-E721-9BB4-A302AF78336F}"/>
              </a:ext>
            </a:extLst>
          </p:cNvPr>
          <p:cNvGrpSpPr/>
          <p:nvPr/>
        </p:nvGrpSpPr>
        <p:grpSpPr>
          <a:xfrm>
            <a:off x="382446" y="164055"/>
            <a:ext cx="7633061" cy="2614106"/>
            <a:chOff x="382445" y="-556314"/>
            <a:chExt cx="7633061" cy="261410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F107B7C-FBC7-4B3A-48D5-4EF08939CAF7}"/>
                </a:ext>
              </a:extLst>
            </p:cNvPr>
            <p:cNvGrpSpPr/>
            <p:nvPr/>
          </p:nvGrpSpPr>
          <p:grpSpPr>
            <a:xfrm>
              <a:off x="636524" y="166799"/>
              <a:ext cx="546938" cy="600213"/>
              <a:chOff x="2230090" y="3288100"/>
              <a:chExt cx="546938" cy="600213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685361CD-1A9A-2B51-53A7-576DA1A1743F}"/>
                  </a:ext>
                </a:extLst>
              </p:cNvPr>
              <p:cNvSpPr/>
              <p:nvPr/>
            </p:nvSpPr>
            <p:spPr>
              <a:xfrm>
                <a:off x="2230090" y="3288100"/>
                <a:ext cx="546938" cy="600213"/>
              </a:xfrm>
              <a:prstGeom prst="roundRect">
                <a:avLst>
                  <a:gd name="adj" fmla="val 12319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05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EFDA698-1D41-B688-E25D-1A7B2EA90CE6}"/>
                  </a:ext>
                </a:extLst>
              </p:cNvPr>
              <p:cNvSpPr/>
              <p:nvPr/>
            </p:nvSpPr>
            <p:spPr>
              <a:xfrm>
                <a:off x="2230090" y="3354408"/>
                <a:ext cx="546938" cy="18913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dirty="0"/>
                  <a:t>FILE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0345945-33FA-48CC-3DFB-DDB8719A4D4F}"/>
                </a:ext>
              </a:extLst>
            </p:cNvPr>
            <p:cNvSpPr txBox="1"/>
            <p:nvPr/>
          </p:nvSpPr>
          <p:spPr>
            <a:xfrm>
              <a:off x="382445" y="-485260"/>
              <a:ext cx="105509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 err="1"/>
                <a:t>gmad</a:t>
              </a:r>
              <a:r>
                <a:rPr lang="en-GB" dirty="0"/>
                <a:t> file</a:t>
              </a:r>
            </a:p>
            <a:p>
              <a:pPr algn="ctr"/>
              <a:r>
                <a:rPr lang="en-GB" dirty="0"/>
                <a:t>(model)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B00829A-C5F0-4200-E63B-FB6E01138E20}"/>
                </a:ext>
              </a:extLst>
            </p:cNvPr>
            <p:cNvCxnSpPr>
              <a:cxnSpLocks/>
            </p:cNvCxnSpPr>
            <p:nvPr/>
          </p:nvCxnSpPr>
          <p:spPr>
            <a:xfrm>
              <a:off x="1308000" y="466904"/>
              <a:ext cx="1429417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FF62FF8-781E-DFCB-AA87-5C327FB9212B}"/>
                </a:ext>
              </a:extLst>
            </p:cNvPr>
            <p:cNvSpPr txBox="1"/>
            <p:nvPr/>
          </p:nvSpPr>
          <p:spPr>
            <a:xfrm>
              <a:off x="1645040" y="274785"/>
              <a:ext cx="75533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bdsim</a:t>
              </a:r>
              <a:endParaRPr lang="en-GB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EF0D731-C7DC-C811-770C-FD2BF3AC8F83}"/>
                </a:ext>
              </a:extLst>
            </p:cNvPr>
            <p:cNvGrpSpPr/>
            <p:nvPr/>
          </p:nvGrpSpPr>
          <p:grpSpPr>
            <a:xfrm>
              <a:off x="2861953" y="166798"/>
              <a:ext cx="546938" cy="600213"/>
              <a:chOff x="2230090" y="3288100"/>
              <a:chExt cx="546938" cy="600213"/>
            </a:xfrm>
          </p:grpSpPr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E6FCA920-2555-A61D-89FB-9E429D5E3DA6}"/>
                  </a:ext>
                </a:extLst>
              </p:cNvPr>
              <p:cNvSpPr/>
              <p:nvPr/>
            </p:nvSpPr>
            <p:spPr>
              <a:xfrm>
                <a:off x="2230090" y="3288100"/>
                <a:ext cx="546938" cy="600213"/>
              </a:xfrm>
              <a:prstGeom prst="roundRect">
                <a:avLst>
                  <a:gd name="adj" fmla="val 12319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05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9261CC-72B0-3423-2B1E-C689C647CD4A}"/>
                  </a:ext>
                </a:extLst>
              </p:cNvPr>
              <p:cNvSpPr/>
              <p:nvPr/>
            </p:nvSpPr>
            <p:spPr>
              <a:xfrm>
                <a:off x="2230090" y="3354408"/>
                <a:ext cx="546938" cy="18913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dirty="0"/>
                  <a:t>FILE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8DDD65D-41FD-59BF-2078-6DB6097BCD1A}"/>
                </a:ext>
              </a:extLst>
            </p:cNvPr>
            <p:cNvSpPr txBox="1"/>
            <p:nvPr/>
          </p:nvSpPr>
          <p:spPr>
            <a:xfrm>
              <a:off x="2480692" y="-512688"/>
              <a:ext cx="13094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root file</a:t>
              </a:r>
            </a:p>
            <a:p>
              <a:pPr algn="ctr"/>
              <a:r>
                <a:rPr lang="en-GB" dirty="0"/>
                <a:t>(raw layout)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C12707A-F41D-AE36-865E-CF9B7FF90057}"/>
                </a:ext>
              </a:extLst>
            </p:cNvPr>
            <p:cNvCxnSpPr>
              <a:cxnSpLocks/>
            </p:cNvCxnSpPr>
            <p:nvPr/>
          </p:nvCxnSpPr>
          <p:spPr>
            <a:xfrm>
              <a:off x="3533431" y="445277"/>
              <a:ext cx="1429417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525D532-9C84-E028-B2AD-5FBB4E84FE2F}"/>
                </a:ext>
              </a:extLst>
            </p:cNvPr>
            <p:cNvSpPr txBox="1"/>
            <p:nvPr/>
          </p:nvSpPr>
          <p:spPr>
            <a:xfrm>
              <a:off x="3757037" y="260611"/>
              <a:ext cx="94788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rebdsim</a:t>
              </a:r>
              <a:endParaRPr lang="en-GB" dirty="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4B50539-0A56-7548-3542-1B507F84B3E4}"/>
                </a:ext>
              </a:extLst>
            </p:cNvPr>
            <p:cNvGrpSpPr/>
            <p:nvPr/>
          </p:nvGrpSpPr>
          <p:grpSpPr>
            <a:xfrm>
              <a:off x="3135421" y="1074614"/>
              <a:ext cx="546938" cy="600213"/>
              <a:chOff x="2230090" y="3288100"/>
              <a:chExt cx="546938" cy="600213"/>
            </a:xfrm>
          </p:grpSpPr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8643E22E-E335-FC8C-8F10-533814014F86}"/>
                  </a:ext>
                </a:extLst>
              </p:cNvPr>
              <p:cNvSpPr/>
              <p:nvPr/>
            </p:nvSpPr>
            <p:spPr>
              <a:xfrm>
                <a:off x="2230090" y="3288100"/>
                <a:ext cx="546938" cy="600213"/>
              </a:xfrm>
              <a:prstGeom prst="roundRect">
                <a:avLst>
                  <a:gd name="adj" fmla="val 12319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05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957FFF1-7D96-0973-2463-6E1BD08B664C}"/>
                  </a:ext>
                </a:extLst>
              </p:cNvPr>
              <p:cNvSpPr/>
              <p:nvPr/>
            </p:nvSpPr>
            <p:spPr>
              <a:xfrm>
                <a:off x="2230090" y="3354408"/>
                <a:ext cx="546938" cy="18913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dirty="0"/>
                  <a:t>FILE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515C7F3-A762-B1AA-0597-77ACD5758012}"/>
                </a:ext>
              </a:extLst>
            </p:cNvPr>
            <p:cNvSpPr txBox="1"/>
            <p:nvPr/>
          </p:nvSpPr>
          <p:spPr>
            <a:xfrm>
              <a:off x="2797954" y="1688460"/>
              <a:ext cx="122187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analysis.txt</a:t>
              </a:r>
              <a:endParaRPr lang="en-GB" dirty="0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D21EF0E-77E3-73EC-E79C-D19E53EC8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2982" y="643578"/>
              <a:ext cx="243486" cy="34952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D13E443-5EEC-7EAE-47FF-9C18FD25ED5A}"/>
                </a:ext>
              </a:extLst>
            </p:cNvPr>
            <p:cNvGrpSpPr/>
            <p:nvPr/>
          </p:nvGrpSpPr>
          <p:grpSpPr>
            <a:xfrm>
              <a:off x="5053071" y="166797"/>
              <a:ext cx="546938" cy="600213"/>
              <a:chOff x="2230090" y="3288100"/>
              <a:chExt cx="546938" cy="600213"/>
            </a:xfrm>
          </p:grpSpPr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2300F03F-8782-6453-CF42-46253E3DC20D}"/>
                  </a:ext>
                </a:extLst>
              </p:cNvPr>
              <p:cNvSpPr/>
              <p:nvPr/>
            </p:nvSpPr>
            <p:spPr>
              <a:xfrm>
                <a:off x="2230090" y="3288100"/>
                <a:ext cx="546938" cy="600213"/>
              </a:xfrm>
              <a:prstGeom prst="roundRect">
                <a:avLst>
                  <a:gd name="adj" fmla="val 12319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05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047656E-F551-DED5-391D-8CFA9ED2E868}"/>
                  </a:ext>
                </a:extLst>
              </p:cNvPr>
              <p:cNvSpPr/>
              <p:nvPr/>
            </p:nvSpPr>
            <p:spPr>
              <a:xfrm>
                <a:off x="2230090" y="3354408"/>
                <a:ext cx="546938" cy="18913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dirty="0"/>
                  <a:t>FILE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E316C6F-F878-393F-BA77-A983DF44DF98}"/>
                </a:ext>
              </a:extLst>
            </p:cNvPr>
            <p:cNvSpPr txBox="1"/>
            <p:nvPr/>
          </p:nvSpPr>
          <p:spPr>
            <a:xfrm>
              <a:off x="4481341" y="-556314"/>
              <a:ext cx="169039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root file</a:t>
              </a:r>
            </a:p>
            <a:p>
              <a:pPr algn="ctr"/>
              <a:r>
                <a:rPr lang="en-GB" dirty="0"/>
                <a:t>(analysis layout)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6A81428-6360-BA0B-27D6-678A0EF434A8}"/>
                </a:ext>
              </a:extLst>
            </p:cNvPr>
            <p:cNvCxnSpPr>
              <a:cxnSpLocks/>
            </p:cNvCxnSpPr>
            <p:nvPr/>
          </p:nvCxnSpPr>
          <p:spPr>
            <a:xfrm>
              <a:off x="5724549" y="445277"/>
              <a:ext cx="156888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F3554D1-7F60-0785-594B-54354D30B164}"/>
                </a:ext>
              </a:extLst>
            </p:cNvPr>
            <p:cNvSpPr txBox="1"/>
            <p:nvPr/>
          </p:nvSpPr>
          <p:spPr>
            <a:xfrm>
              <a:off x="5948156" y="260611"/>
              <a:ext cx="98020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pybdsim</a:t>
              </a:r>
              <a:endParaRPr lang="en-GB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4F54997-F1F7-240F-9430-4B7ACAD6CFBA}"/>
                </a:ext>
              </a:extLst>
            </p:cNvPr>
            <p:cNvSpPr txBox="1"/>
            <p:nvPr/>
          </p:nvSpPr>
          <p:spPr>
            <a:xfrm>
              <a:off x="7367572" y="262573"/>
              <a:ext cx="64793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/>
                <a:t>plots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A1B1BC8-3368-3012-B04F-8218DF4566BE}"/>
              </a:ext>
            </a:extLst>
          </p:cNvPr>
          <p:cNvGrpSpPr/>
          <p:nvPr/>
        </p:nvGrpSpPr>
        <p:grpSpPr>
          <a:xfrm>
            <a:off x="379175" y="3359682"/>
            <a:ext cx="8620365" cy="1323325"/>
            <a:chOff x="382444" y="3029462"/>
            <a:chExt cx="8620365" cy="132332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C4BF3DD-3FE4-62E8-B651-8289D91D71F3}"/>
                </a:ext>
              </a:extLst>
            </p:cNvPr>
            <p:cNvGrpSpPr/>
            <p:nvPr/>
          </p:nvGrpSpPr>
          <p:grpSpPr>
            <a:xfrm>
              <a:off x="636524" y="3752574"/>
              <a:ext cx="546938" cy="600213"/>
              <a:chOff x="2230090" y="3288100"/>
              <a:chExt cx="546938" cy="600213"/>
            </a:xfrm>
          </p:grpSpPr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DCB5D5C1-2710-6F0E-4FEB-B6870458DDB1}"/>
                  </a:ext>
                </a:extLst>
              </p:cNvPr>
              <p:cNvSpPr/>
              <p:nvPr/>
            </p:nvSpPr>
            <p:spPr>
              <a:xfrm>
                <a:off x="2230090" y="3288100"/>
                <a:ext cx="546938" cy="600213"/>
              </a:xfrm>
              <a:prstGeom prst="roundRect">
                <a:avLst>
                  <a:gd name="adj" fmla="val 12319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05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3FCCD8C-E847-0992-546C-DD7751B99769}"/>
                  </a:ext>
                </a:extLst>
              </p:cNvPr>
              <p:cNvSpPr/>
              <p:nvPr/>
            </p:nvSpPr>
            <p:spPr>
              <a:xfrm>
                <a:off x="2230090" y="3354408"/>
                <a:ext cx="546938" cy="18913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dirty="0"/>
                  <a:t>FILE</a:t>
                </a: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533B364-D9E2-F332-5591-A76A7A93A9C7}"/>
                </a:ext>
              </a:extLst>
            </p:cNvPr>
            <p:cNvSpPr txBox="1"/>
            <p:nvPr/>
          </p:nvSpPr>
          <p:spPr>
            <a:xfrm>
              <a:off x="382444" y="3100516"/>
              <a:ext cx="105509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 err="1"/>
                <a:t>gmad</a:t>
              </a:r>
              <a:r>
                <a:rPr lang="en-GB" dirty="0"/>
                <a:t> file</a:t>
              </a:r>
            </a:p>
            <a:p>
              <a:pPr algn="ctr"/>
              <a:r>
                <a:rPr lang="en-GB" dirty="0"/>
                <a:t>(model)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B46F979-7798-BE3D-B00D-A91237312EBB}"/>
                </a:ext>
              </a:extLst>
            </p:cNvPr>
            <p:cNvCxnSpPr>
              <a:cxnSpLocks/>
            </p:cNvCxnSpPr>
            <p:nvPr/>
          </p:nvCxnSpPr>
          <p:spPr>
            <a:xfrm>
              <a:off x="1307999" y="4052680"/>
              <a:ext cx="1429417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34862CB-F001-DF50-C9F1-80AFB9953670}"/>
                </a:ext>
              </a:extLst>
            </p:cNvPr>
            <p:cNvSpPr txBox="1"/>
            <p:nvPr/>
          </p:nvSpPr>
          <p:spPr>
            <a:xfrm>
              <a:off x="1645039" y="3860561"/>
              <a:ext cx="75533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bdsim</a:t>
              </a:r>
              <a:endParaRPr lang="en-GB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428CB5F-F834-E1B3-E5C7-54313B62DCE5}"/>
                </a:ext>
              </a:extLst>
            </p:cNvPr>
            <p:cNvGrpSpPr/>
            <p:nvPr/>
          </p:nvGrpSpPr>
          <p:grpSpPr>
            <a:xfrm>
              <a:off x="2861953" y="3752573"/>
              <a:ext cx="546938" cy="600213"/>
              <a:chOff x="2230090" y="3288100"/>
              <a:chExt cx="546938" cy="600213"/>
            </a:xfrm>
          </p:grpSpPr>
          <p:sp>
            <p:nvSpPr>
              <p:cNvPr id="49" name="Rounded Rectangle 48">
                <a:extLst>
                  <a:ext uri="{FF2B5EF4-FFF2-40B4-BE49-F238E27FC236}">
                    <a16:creationId xmlns:a16="http://schemas.microsoft.com/office/drawing/2014/main" id="{11637FDA-5024-D587-ED66-77692E1CC892}"/>
                  </a:ext>
                </a:extLst>
              </p:cNvPr>
              <p:cNvSpPr/>
              <p:nvPr/>
            </p:nvSpPr>
            <p:spPr>
              <a:xfrm>
                <a:off x="2230090" y="3288100"/>
                <a:ext cx="546938" cy="600213"/>
              </a:xfrm>
              <a:prstGeom prst="roundRect">
                <a:avLst>
                  <a:gd name="adj" fmla="val 12319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05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4A2D49E-5B15-6565-A11B-266CFFAC01CE}"/>
                  </a:ext>
                </a:extLst>
              </p:cNvPr>
              <p:cNvSpPr/>
              <p:nvPr/>
            </p:nvSpPr>
            <p:spPr>
              <a:xfrm>
                <a:off x="2230090" y="3354408"/>
                <a:ext cx="546938" cy="18913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dirty="0"/>
                  <a:t>FILE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7BE9E71-D721-533C-367F-721383038683}"/>
                </a:ext>
              </a:extLst>
            </p:cNvPr>
            <p:cNvSpPr txBox="1"/>
            <p:nvPr/>
          </p:nvSpPr>
          <p:spPr>
            <a:xfrm>
              <a:off x="2480691" y="3073088"/>
              <a:ext cx="13094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root file</a:t>
              </a:r>
            </a:p>
            <a:p>
              <a:pPr algn="ctr"/>
              <a:r>
                <a:rPr lang="en-GB" dirty="0"/>
                <a:t>(raw layout)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83D9716-BC83-2A62-648D-42C740616E33}"/>
                </a:ext>
              </a:extLst>
            </p:cNvPr>
            <p:cNvCxnSpPr>
              <a:cxnSpLocks/>
            </p:cNvCxnSpPr>
            <p:nvPr/>
          </p:nvCxnSpPr>
          <p:spPr>
            <a:xfrm>
              <a:off x="3533430" y="4031053"/>
              <a:ext cx="2414725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F4ECCEE-1CD6-D3EF-7183-AA1FC0B95285}"/>
                </a:ext>
              </a:extLst>
            </p:cNvPr>
            <p:cNvSpPr txBox="1"/>
            <p:nvPr/>
          </p:nvSpPr>
          <p:spPr>
            <a:xfrm>
              <a:off x="3634425" y="3846387"/>
              <a:ext cx="204088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rebdsimHistoMerge</a:t>
              </a:r>
              <a:endParaRPr lang="en-GB" dirty="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2F6748B-66DC-09B4-0457-DDA99AD82533}"/>
                </a:ext>
              </a:extLst>
            </p:cNvPr>
            <p:cNvGrpSpPr/>
            <p:nvPr/>
          </p:nvGrpSpPr>
          <p:grpSpPr>
            <a:xfrm>
              <a:off x="6040374" y="3752572"/>
              <a:ext cx="546938" cy="600213"/>
              <a:chOff x="2230090" y="3288100"/>
              <a:chExt cx="546938" cy="600213"/>
            </a:xfrm>
          </p:grpSpPr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037706DE-2A11-E4FE-0283-C34899FA35F2}"/>
                  </a:ext>
                </a:extLst>
              </p:cNvPr>
              <p:cNvSpPr/>
              <p:nvPr/>
            </p:nvSpPr>
            <p:spPr>
              <a:xfrm>
                <a:off x="2230090" y="3288100"/>
                <a:ext cx="546938" cy="600213"/>
              </a:xfrm>
              <a:prstGeom prst="roundRect">
                <a:avLst>
                  <a:gd name="adj" fmla="val 12319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050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09E2ADD-D862-2598-3E24-9EF9B24B83CD}"/>
                  </a:ext>
                </a:extLst>
              </p:cNvPr>
              <p:cNvSpPr/>
              <p:nvPr/>
            </p:nvSpPr>
            <p:spPr>
              <a:xfrm>
                <a:off x="2230090" y="3354408"/>
                <a:ext cx="546938" cy="18913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dirty="0"/>
                  <a:t>FILE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D1B6022-E1A8-A4BF-EE1A-A6005D4D2EDB}"/>
                </a:ext>
              </a:extLst>
            </p:cNvPr>
            <p:cNvSpPr txBox="1"/>
            <p:nvPr/>
          </p:nvSpPr>
          <p:spPr>
            <a:xfrm>
              <a:off x="5468643" y="3029462"/>
              <a:ext cx="169039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root file</a:t>
              </a:r>
            </a:p>
            <a:p>
              <a:pPr algn="ctr"/>
              <a:r>
                <a:rPr lang="en-GB" dirty="0"/>
                <a:t>(analysis layout)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5BE181B-CF53-08B3-CF13-9830A3216EC4}"/>
                </a:ext>
              </a:extLst>
            </p:cNvPr>
            <p:cNvCxnSpPr>
              <a:cxnSpLocks/>
            </p:cNvCxnSpPr>
            <p:nvPr/>
          </p:nvCxnSpPr>
          <p:spPr>
            <a:xfrm>
              <a:off x="6711851" y="4031053"/>
              <a:ext cx="156888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4BB4CAA-A99B-5AED-18DC-5C908650389E}"/>
                </a:ext>
              </a:extLst>
            </p:cNvPr>
            <p:cNvSpPr txBox="1"/>
            <p:nvPr/>
          </p:nvSpPr>
          <p:spPr>
            <a:xfrm>
              <a:off x="6935458" y="3846387"/>
              <a:ext cx="98020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pybdsim</a:t>
              </a:r>
              <a:endParaRPr lang="en-GB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B83AC93-4EEF-0F57-BEAA-E9A984B4AB30}"/>
                </a:ext>
              </a:extLst>
            </p:cNvPr>
            <p:cNvSpPr txBox="1"/>
            <p:nvPr/>
          </p:nvSpPr>
          <p:spPr>
            <a:xfrm>
              <a:off x="8354875" y="3848349"/>
              <a:ext cx="64793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/>
                <a:t>plots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9990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</TotalTime>
  <Words>52</Words>
  <Application>Microsoft Macintosh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Laurence James Nevay</cp:lastModifiedBy>
  <cp:revision>7</cp:revision>
  <dcterms:created xsi:type="dcterms:W3CDTF">2018-02-04T17:12:40Z</dcterms:created>
  <dcterms:modified xsi:type="dcterms:W3CDTF">2025-05-11T11:10:51Z</dcterms:modified>
</cp:coreProperties>
</file>