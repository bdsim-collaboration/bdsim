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3959225" cy="233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60" d="100"/>
          <a:sy n="160" d="100"/>
        </p:scale>
        <p:origin x="3296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903" y="382954"/>
            <a:ext cx="2969419" cy="814658"/>
          </a:xfrm>
        </p:spPr>
        <p:txBody>
          <a:bodyPr anchor="b"/>
          <a:lstStyle>
            <a:lvl1pPr algn="ctr">
              <a:defRPr sz="194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903" y="1229029"/>
            <a:ext cx="2969419" cy="564952"/>
          </a:xfrm>
        </p:spPr>
        <p:txBody>
          <a:bodyPr/>
          <a:lstStyle>
            <a:lvl1pPr marL="0" indent="0" algn="ctr">
              <a:buNone/>
              <a:defRPr sz="779"/>
            </a:lvl1pPr>
            <a:lvl2pPr marL="148453" indent="0" algn="ctr">
              <a:buNone/>
              <a:defRPr sz="649"/>
            </a:lvl2pPr>
            <a:lvl3pPr marL="296906" indent="0" algn="ctr">
              <a:buNone/>
              <a:defRPr sz="584"/>
            </a:lvl3pPr>
            <a:lvl4pPr marL="445359" indent="0" algn="ctr">
              <a:buNone/>
              <a:defRPr sz="520"/>
            </a:lvl4pPr>
            <a:lvl5pPr marL="593811" indent="0" algn="ctr">
              <a:buNone/>
              <a:defRPr sz="520"/>
            </a:lvl5pPr>
            <a:lvl6pPr marL="742264" indent="0" algn="ctr">
              <a:buNone/>
              <a:defRPr sz="520"/>
            </a:lvl6pPr>
            <a:lvl7pPr marL="890717" indent="0" algn="ctr">
              <a:buNone/>
              <a:defRPr sz="520"/>
            </a:lvl7pPr>
            <a:lvl8pPr marL="1039170" indent="0" algn="ctr">
              <a:buNone/>
              <a:defRPr sz="520"/>
            </a:lvl8pPr>
            <a:lvl9pPr marL="1187623" indent="0" algn="ctr">
              <a:buNone/>
              <a:defRPr sz="52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707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069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134" y="583369"/>
            <a:ext cx="3414832" cy="973364"/>
          </a:xfrm>
        </p:spPr>
        <p:txBody>
          <a:bodyPr anchor="b"/>
          <a:lstStyle>
            <a:lvl1pPr>
              <a:defRPr sz="194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134" y="1565942"/>
            <a:ext cx="3414832" cy="511869"/>
          </a:xfrm>
        </p:spPr>
        <p:txBody>
          <a:bodyPr/>
          <a:lstStyle>
            <a:lvl1pPr marL="0" indent="0">
              <a:buNone/>
              <a:defRPr sz="779">
                <a:solidFill>
                  <a:schemeClr val="tx1">
                    <a:tint val="82000"/>
                  </a:schemeClr>
                </a:solidFill>
              </a:defRPr>
            </a:lvl1pPr>
            <a:lvl2pPr marL="148453" indent="0">
              <a:buNone/>
              <a:defRPr sz="649">
                <a:solidFill>
                  <a:schemeClr val="tx1">
                    <a:tint val="82000"/>
                  </a:schemeClr>
                </a:solidFill>
              </a:defRPr>
            </a:lvl2pPr>
            <a:lvl3pPr marL="296906" indent="0">
              <a:buNone/>
              <a:defRPr sz="584">
                <a:solidFill>
                  <a:schemeClr val="tx1">
                    <a:tint val="82000"/>
                  </a:schemeClr>
                </a:solidFill>
              </a:defRPr>
            </a:lvl3pPr>
            <a:lvl4pPr marL="445359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4pPr>
            <a:lvl5pPr marL="593811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5pPr>
            <a:lvl6pPr marL="742264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6pPr>
            <a:lvl7pPr marL="890717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7pPr>
            <a:lvl8pPr marL="1039170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8pPr>
            <a:lvl9pPr marL="1187623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56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2197" y="622910"/>
            <a:ext cx="1682671" cy="14846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4357" y="622910"/>
            <a:ext cx="1682671" cy="14846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16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2" y="124582"/>
            <a:ext cx="3414832" cy="45228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712" y="573619"/>
            <a:ext cx="1674938" cy="281122"/>
          </a:xfrm>
        </p:spPr>
        <p:txBody>
          <a:bodyPr anchor="b"/>
          <a:lstStyle>
            <a:lvl1pPr marL="0" indent="0">
              <a:buNone/>
              <a:defRPr sz="779" b="1"/>
            </a:lvl1pPr>
            <a:lvl2pPr marL="148453" indent="0">
              <a:buNone/>
              <a:defRPr sz="649" b="1"/>
            </a:lvl2pPr>
            <a:lvl3pPr marL="296906" indent="0">
              <a:buNone/>
              <a:defRPr sz="584" b="1"/>
            </a:lvl3pPr>
            <a:lvl4pPr marL="445359" indent="0">
              <a:buNone/>
              <a:defRPr sz="520" b="1"/>
            </a:lvl4pPr>
            <a:lvl5pPr marL="593811" indent="0">
              <a:buNone/>
              <a:defRPr sz="520" b="1"/>
            </a:lvl5pPr>
            <a:lvl6pPr marL="742264" indent="0">
              <a:buNone/>
              <a:defRPr sz="520" b="1"/>
            </a:lvl6pPr>
            <a:lvl7pPr marL="890717" indent="0">
              <a:buNone/>
              <a:defRPr sz="520" b="1"/>
            </a:lvl7pPr>
            <a:lvl8pPr marL="1039170" indent="0">
              <a:buNone/>
              <a:defRPr sz="520" b="1"/>
            </a:lvl8pPr>
            <a:lvl9pPr marL="1187623" indent="0">
              <a:buNone/>
              <a:defRPr sz="5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2712" y="854741"/>
            <a:ext cx="1674938" cy="12571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4358" y="573619"/>
            <a:ext cx="1683186" cy="281122"/>
          </a:xfrm>
        </p:spPr>
        <p:txBody>
          <a:bodyPr anchor="b"/>
          <a:lstStyle>
            <a:lvl1pPr marL="0" indent="0">
              <a:buNone/>
              <a:defRPr sz="779" b="1"/>
            </a:lvl1pPr>
            <a:lvl2pPr marL="148453" indent="0">
              <a:buNone/>
              <a:defRPr sz="649" b="1"/>
            </a:lvl2pPr>
            <a:lvl3pPr marL="296906" indent="0">
              <a:buNone/>
              <a:defRPr sz="584" b="1"/>
            </a:lvl3pPr>
            <a:lvl4pPr marL="445359" indent="0">
              <a:buNone/>
              <a:defRPr sz="520" b="1"/>
            </a:lvl4pPr>
            <a:lvl5pPr marL="593811" indent="0">
              <a:buNone/>
              <a:defRPr sz="520" b="1"/>
            </a:lvl5pPr>
            <a:lvl6pPr marL="742264" indent="0">
              <a:buNone/>
              <a:defRPr sz="520" b="1"/>
            </a:lvl6pPr>
            <a:lvl7pPr marL="890717" indent="0">
              <a:buNone/>
              <a:defRPr sz="520" b="1"/>
            </a:lvl7pPr>
            <a:lvl8pPr marL="1039170" indent="0">
              <a:buNone/>
              <a:defRPr sz="520" b="1"/>
            </a:lvl8pPr>
            <a:lvl9pPr marL="1187623" indent="0">
              <a:buNone/>
              <a:defRPr sz="5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04358" y="854741"/>
            <a:ext cx="1683186" cy="12571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64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3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28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3" y="155998"/>
            <a:ext cx="1276953" cy="545994"/>
          </a:xfrm>
        </p:spPr>
        <p:txBody>
          <a:bodyPr anchor="b"/>
          <a:lstStyle>
            <a:lvl1pPr>
              <a:defRPr sz="1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3186" y="336913"/>
            <a:ext cx="2004358" cy="1662899"/>
          </a:xfrm>
        </p:spPr>
        <p:txBody>
          <a:bodyPr/>
          <a:lstStyle>
            <a:lvl1pPr>
              <a:defRPr sz="1039"/>
            </a:lvl1pPr>
            <a:lvl2pPr>
              <a:defRPr sz="909"/>
            </a:lvl2pPr>
            <a:lvl3pPr>
              <a:defRPr sz="779"/>
            </a:lvl3pPr>
            <a:lvl4pPr>
              <a:defRPr sz="649"/>
            </a:lvl4pPr>
            <a:lvl5pPr>
              <a:defRPr sz="649"/>
            </a:lvl5pPr>
            <a:lvl6pPr>
              <a:defRPr sz="649"/>
            </a:lvl6pPr>
            <a:lvl7pPr>
              <a:defRPr sz="649"/>
            </a:lvl7pPr>
            <a:lvl8pPr>
              <a:defRPr sz="649"/>
            </a:lvl8pPr>
            <a:lvl9pPr>
              <a:defRPr sz="64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13" y="701992"/>
            <a:ext cx="1276953" cy="1300528"/>
          </a:xfrm>
        </p:spPr>
        <p:txBody>
          <a:bodyPr/>
          <a:lstStyle>
            <a:lvl1pPr marL="0" indent="0">
              <a:buNone/>
              <a:defRPr sz="520"/>
            </a:lvl1pPr>
            <a:lvl2pPr marL="148453" indent="0">
              <a:buNone/>
              <a:defRPr sz="455"/>
            </a:lvl2pPr>
            <a:lvl3pPr marL="296906" indent="0">
              <a:buNone/>
              <a:defRPr sz="390"/>
            </a:lvl3pPr>
            <a:lvl4pPr marL="445359" indent="0">
              <a:buNone/>
              <a:defRPr sz="325"/>
            </a:lvl4pPr>
            <a:lvl5pPr marL="593811" indent="0">
              <a:buNone/>
              <a:defRPr sz="325"/>
            </a:lvl5pPr>
            <a:lvl6pPr marL="742264" indent="0">
              <a:buNone/>
              <a:defRPr sz="325"/>
            </a:lvl6pPr>
            <a:lvl7pPr marL="890717" indent="0">
              <a:buNone/>
              <a:defRPr sz="325"/>
            </a:lvl7pPr>
            <a:lvl8pPr marL="1039170" indent="0">
              <a:buNone/>
              <a:defRPr sz="325"/>
            </a:lvl8pPr>
            <a:lvl9pPr marL="1187623" indent="0">
              <a:buNone/>
              <a:defRPr sz="3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948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3" y="155998"/>
            <a:ext cx="1276953" cy="545994"/>
          </a:xfrm>
        </p:spPr>
        <p:txBody>
          <a:bodyPr anchor="b"/>
          <a:lstStyle>
            <a:lvl1pPr>
              <a:defRPr sz="1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83186" y="336913"/>
            <a:ext cx="2004358" cy="1662899"/>
          </a:xfrm>
        </p:spPr>
        <p:txBody>
          <a:bodyPr anchor="t"/>
          <a:lstStyle>
            <a:lvl1pPr marL="0" indent="0">
              <a:buNone/>
              <a:defRPr sz="1039"/>
            </a:lvl1pPr>
            <a:lvl2pPr marL="148453" indent="0">
              <a:buNone/>
              <a:defRPr sz="909"/>
            </a:lvl2pPr>
            <a:lvl3pPr marL="296906" indent="0">
              <a:buNone/>
              <a:defRPr sz="779"/>
            </a:lvl3pPr>
            <a:lvl4pPr marL="445359" indent="0">
              <a:buNone/>
              <a:defRPr sz="649"/>
            </a:lvl4pPr>
            <a:lvl5pPr marL="593811" indent="0">
              <a:buNone/>
              <a:defRPr sz="649"/>
            </a:lvl5pPr>
            <a:lvl6pPr marL="742264" indent="0">
              <a:buNone/>
              <a:defRPr sz="649"/>
            </a:lvl6pPr>
            <a:lvl7pPr marL="890717" indent="0">
              <a:buNone/>
              <a:defRPr sz="649"/>
            </a:lvl7pPr>
            <a:lvl8pPr marL="1039170" indent="0">
              <a:buNone/>
              <a:defRPr sz="649"/>
            </a:lvl8pPr>
            <a:lvl9pPr marL="1187623" indent="0">
              <a:buNone/>
              <a:defRPr sz="64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2713" y="701992"/>
            <a:ext cx="1276953" cy="1300528"/>
          </a:xfrm>
        </p:spPr>
        <p:txBody>
          <a:bodyPr/>
          <a:lstStyle>
            <a:lvl1pPr marL="0" indent="0">
              <a:buNone/>
              <a:defRPr sz="520"/>
            </a:lvl1pPr>
            <a:lvl2pPr marL="148453" indent="0">
              <a:buNone/>
              <a:defRPr sz="455"/>
            </a:lvl2pPr>
            <a:lvl3pPr marL="296906" indent="0">
              <a:buNone/>
              <a:defRPr sz="390"/>
            </a:lvl3pPr>
            <a:lvl4pPr marL="445359" indent="0">
              <a:buNone/>
              <a:defRPr sz="325"/>
            </a:lvl4pPr>
            <a:lvl5pPr marL="593811" indent="0">
              <a:buNone/>
              <a:defRPr sz="325"/>
            </a:lvl5pPr>
            <a:lvl6pPr marL="742264" indent="0">
              <a:buNone/>
              <a:defRPr sz="325"/>
            </a:lvl6pPr>
            <a:lvl7pPr marL="890717" indent="0">
              <a:buNone/>
              <a:defRPr sz="325"/>
            </a:lvl7pPr>
            <a:lvl8pPr marL="1039170" indent="0">
              <a:buNone/>
              <a:defRPr sz="325"/>
            </a:lvl8pPr>
            <a:lvl9pPr marL="1187623" indent="0">
              <a:buNone/>
              <a:defRPr sz="3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396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97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33320" y="124582"/>
            <a:ext cx="853708" cy="19830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2197" y="124582"/>
            <a:ext cx="2511633" cy="198302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34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2197" y="124582"/>
            <a:ext cx="3414832" cy="452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197" y="622910"/>
            <a:ext cx="3414832" cy="1484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197" y="2168810"/>
            <a:ext cx="890826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4D4B1-4D25-3E40-9A50-CFD2E08EE817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1494" y="2168810"/>
            <a:ext cx="1336238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96202" y="2168810"/>
            <a:ext cx="890826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FC42B-B661-7D4E-A8D4-DB13B4371F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26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96906" rtl="0" eaLnBrk="1" latinLnBrk="0" hangingPunct="1">
        <a:lnSpc>
          <a:spcPct val="90000"/>
        </a:lnSpc>
        <a:spcBef>
          <a:spcPct val="0"/>
        </a:spcBef>
        <a:buNone/>
        <a:defRPr sz="14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4226" indent="-74226" algn="l" defTabSz="29690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909" kern="1200">
          <a:solidFill>
            <a:schemeClr val="tx1"/>
          </a:solidFill>
          <a:latin typeface="+mn-lt"/>
          <a:ea typeface="+mn-ea"/>
          <a:cs typeface="+mn-cs"/>
        </a:defRPr>
      </a:lvl1pPr>
      <a:lvl2pPr marL="222679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779" kern="1200">
          <a:solidFill>
            <a:schemeClr val="tx1"/>
          </a:solidFill>
          <a:latin typeface="+mn-lt"/>
          <a:ea typeface="+mn-ea"/>
          <a:cs typeface="+mn-cs"/>
        </a:defRPr>
      </a:lvl2pPr>
      <a:lvl3pPr marL="371132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649" kern="1200">
          <a:solidFill>
            <a:schemeClr val="tx1"/>
          </a:solidFill>
          <a:latin typeface="+mn-lt"/>
          <a:ea typeface="+mn-ea"/>
          <a:cs typeface="+mn-cs"/>
        </a:defRPr>
      </a:lvl3pPr>
      <a:lvl4pPr marL="519585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4pPr>
      <a:lvl5pPr marL="668038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5pPr>
      <a:lvl6pPr marL="816491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6pPr>
      <a:lvl7pPr marL="964943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7pPr>
      <a:lvl8pPr marL="1113396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8pPr>
      <a:lvl9pPr marL="1261849" indent="-74226" algn="l" defTabSz="296906" rtl="0" eaLnBrk="1" latinLnBrk="0" hangingPunct="1">
        <a:lnSpc>
          <a:spcPct val="90000"/>
        </a:lnSpc>
        <a:spcBef>
          <a:spcPts val="162"/>
        </a:spcBef>
        <a:buFont typeface="Arial" panose="020B0604020202020204" pitchFamily="34" charset="0"/>
        <a:buChar char="•"/>
        <a:defRPr sz="5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1pPr>
      <a:lvl2pPr marL="148453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2pPr>
      <a:lvl3pPr marL="296906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3pPr>
      <a:lvl4pPr marL="445359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4pPr>
      <a:lvl5pPr marL="593811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5pPr>
      <a:lvl6pPr marL="742264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6pPr>
      <a:lvl7pPr marL="890717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7pPr>
      <a:lvl8pPr marL="1039170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8pPr>
      <a:lvl9pPr marL="1187623" algn="l" defTabSz="296906" rtl="0" eaLnBrk="1" latinLnBrk="0" hangingPunct="1">
        <a:defRPr sz="5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AAE367-722E-51B9-0A8A-3E1753D6309A}"/>
              </a:ext>
            </a:extLst>
          </p:cNvPr>
          <p:cNvCxnSpPr/>
          <p:nvPr/>
        </p:nvCxnSpPr>
        <p:spPr>
          <a:xfrm>
            <a:off x="236812" y="1169986"/>
            <a:ext cx="348560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A1256B-23AF-1D92-EEA9-923E24F90B64}"/>
              </a:ext>
            </a:extLst>
          </p:cNvPr>
          <p:cNvCxnSpPr>
            <a:cxnSpLocks/>
          </p:cNvCxnSpPr>
          <p:nvPr/>
        </p:nvCxnSpPr>
        <p:spPr>
          <a:xfrm flipV="1">
            <a:off x="1979612" y="241446"/>
            <a:ext cx="0" cy="185708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B9A409-0E4F-8A35-DF40-88DF87C235C6}"/>
              </a:ext>
            </a:extLst>
          </p:cNvPr>
          <p:cNvSpPr txBox="1"/>
          <p:nvPr/>
        </p:nvSpPr>
        <p:spPr>
          <a:xfrm>
            <a:off x="2046276" y="79888"/>
            <a:ext cx="316112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75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C2259-7B50-427A-3417-E8F201AF4850}"/>
              </a:ext>
            </a:extLst>
          </p:cNvPr>
          <p:cNvSpPr txBox="1"/>
          <p:nvPr/>
        </p:nvSpPr>
        <p:spPr>
          <a:xfrm>
            <a:off x="3444455" y="1169986"/>
            <a:ext cx="300082" cy="3347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75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9A36FF-E6CC-EDD5-A8B7-33C88A31C339}"/>
              </a:ext>
            </a:extLst>
          </p:cNvPr>
          <p:cNvCxnSpPr/>
          <p:nvPr/>
        </p:nvCxnSpPr>
        <p:spPr>
          <a:xfrm flipV="1">
            <a:off x="1301705" y="578950"/>
            <a:ext cx="1231264" cy="752593"/>
          </a:xfrm>
          <a:prstGeom prst="line">
            <a:avLst/>
          </a:prstGeom>
          <a:ln w="38100">
            <a:solidFill>
              <a:srgbClr val="FFC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F83720F-0D5C-60FE-4346-1BB6F31ECA1D}"/>
              </a:ext>
            </a:extLst>
          </p:cNvPr>
          <p:cNvSpPr txBox="1"/>
          <p:nvPr/>
        </p:nvSpPr>
        <p:spPr>
          <a:xfrm>
            <a:off x="2097500" y="1372858"/>
            <a:ext cx="636713" cy="280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25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T0, P0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A1DFE-B287-476B-ABF4-FE98B7BE19C0}"/>
              </a:ext>
            </a:extLst>
          </p:cNvPr>
          <p:cNvSpPr txBox="1"/>
          <p:nvPr/>
        </p:nvSpPr>
        <p:spPr>
          <a:xfrm>
            <a:off x="2623401" y="342436"/>
            <a:ext cx="1319592" cy="280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25" dirty="0" err="1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dTStop</a:t>
            </a:r>
            <a:r>
              <a:rPr lang="en-GB" sz="1225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GB" sz="1225" dirty="0" err="1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dPStop</a:t>
            </a:r>
            <a:endParaRPr lang="en-GB" sz="1225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B21E47-F185-83E7-AFF3-091B7D62CDD7}"/>
              </a:ext>
            </a:extLst>
          </p:cNvPr>
          <p:cNvSpPr txBox="1"/>
          <p:nvPr/>
        </p:nvSpPr>
        <p:spPr>
          <a:xfrm>
            <a:off x="514769" y="1424861"/>
            <a:ext cx="1329210" cy="280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25" dirty="0" err="1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dTStart</a:t>
            </a:r>
            <a:r>
              <a:rPr lang="en-GB" sz="1225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GB" sz="1225" dirty="0" err="1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dPStart</a:t>
            </a:r>
            <a:endParaRPr lang="en-GB" sz="1225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B09C1B-46FF-4867-0185-87EA9DC2828F}"/>
              </a:ext>
            </a:extLst>
          </p:cNvPr>
          <p:cNvCxnSpPr/>
          <p:nvPr/>
        </p:nvCxnSpPr>
        <p:spPr>
          <a:xfrm flipH="1" flipV="1">
            <a:off x="2046276" y="1240403"/>
            <a:ext cx="203943" cy="1324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773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11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Laurence James Nevay</dc:creator>
  <cp:lastModifiedBy>Laurence James Nevay</cp:lastModifiedBy>
  <cp:revision>3</cp:revision>
  <dcterms:created xsi:type="dcterms:W3CDTF">2025-09-24T12:46:55Z</dcterms:created>
  <dcterms:modified xsi:type="dcterms:W3CDTF">2025-09-24T13:32:43Z</dcterms:modified>
</cp:coreProperties>
</file>